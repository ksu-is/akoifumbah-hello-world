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21"/>
  </p:normalViewPr>
  <p:slideViewPr>
    <p:cSldViewPr snapToGrid="0">
      <p:cViewPr varScale="1">
        <p:scale>
          <a:sx n="108" d="100"/>
          <a:sy n="108" d="100"/>
        </p:scale>
        <p:origin x="6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12/1/25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12/1/25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12/1/25</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12/1/25</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12/1/25</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12/1/25</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12/1/25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12/1/25</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A large walk in closet with a chandelier&#10;&#10;AI-generated content may be incorrect.">
            <a:extLst>
              <a:ext uri="{FF2B5EF4-FFF2-40B4-BE49-F238E27FC236}">
                <a16:creationId xmlns:a16="http://schemas.microsoft.com/office/drawing/2014/main" id="{4A99F93F-65D4-7896-0399-4B5EF9C4C0CB}"/>
              </a:ext>
            </a:extLst>
          </p:cNvPr>
          <p:cNvPicPr>
            <a:picLocks noChangeAspect="1"/>
          </p:cNvPicPr>
          <p:nvPr/>
        </p:nvPicPr>
        <p:blipFill>
          <a:blip r:embed="rId2"/>
          <a:stretch>
            <a:fillRect/>
          </a:stretch>
        </p:blipFill>
        <p:spPr>
          <a:xfrm>
            <a:off x="-47744" y="-124129"/>
            <a:ext cx="12277084" cy="7308700"/>
          </a:xfrm>
          <a:prstGeom prst="rect">
            <a:avLst/>
          </a:prstGeom>
        </p:spPr>
      </p:pic>
      <p:sp>
        <p:nvSpPr>
          <p:cNvPr id="24" name="Rounded Rectangle 23">
            <a:extLst>
              <a:ext uri="{FF2B5EF4-FFF2-40B4-BE49-F238E27FC236}">
                <a16:creationId xmlns:a16="http://schemas.microsoft.com/office/drawing/2014/main" id="{94F169A3-AB73-8FC1-C500-8E5CC7FBEA86}"/>
              </a:ext>
            </a:extLst>
          </p:cNvPr>
          <p:cNvSpPr/>
          <p:nvPr/>
        </p:nvSpPr>
        <p:spPr>
          <a:xfrm>
            <a:off x="145483" y="2108433"/>
            <a:ext cx="3526732" cy="28497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9FC244-A4BF-E9AA-4569-869372F9AFBB}"/>
              </a:ext>
            </a:extLst>
          </p:cNvPr>
          <p:cNvSpPr>
            <a:spLocks noGrp="1"/>
          </p:cNvSpPr>
          <p:nvPr>
            <p:ph type="title"/>
          </p:nvPr>
        </p:nvSpPr>
        <p:spPr>
          <a:xfrm>
            <a:off x="-700149" y="2039478"/>
            <a:ext cx="5223111" cy="2128653"/>
          </a:xfrm>
        </p:spPr>
        <p:txBody>
          <a:bodyPr/>
          <a:lstStyle/>
          <a:p>
            <a:r>
              <a:rPr lang="en-US" dirty="0"/>
              <a:t>DRESS TO </a:t>
            </a:r>
            <a:br>
              <a:rPr lang="en-US" dirty="0"/>
            </a:br>
            <a:r>
              <a:rPr lang="en-US" dirty="0"/>
              <a:t>IMPRESS</a:t>
            </a:r>
          </a:p>
        </p:txBody>
      </p:sp>
      <p:sp>
        <p:nvSpPr>
          <p:cNvPr id="26" name="Rounded Rectangle 25">
            <a:extLst>
              <a:ext uri="{FF2B5EF4-FFF2-40B4-BE49-F238E27FC236}">
                <a16:creationId xmlns:a16="http://schemas.microsoft.com/office/drawing/2014/main" id="{00ABE635-F860-845F-DF2C-66B82D8E6FF0}"/>
              </a:ext>
            </a:extLst>
          </p:cNvPr>
          <p:cNvSpPr/>
          <p:nvPr/>
        </p:nvSpPr>
        <p:spPr>
          <a:xfrm>
            <a:off x="4759607" y="116798"/>
            <a:ext cx="6968379" cy="18990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E457EF7-15E9-772E-3FAF-94FFCF80A0EE}"/>
              </a:ext>
            </a:extLst>
          </p:cNvPr>
          <p:cNvSpPr>
            <a:spLocks noGrp="1"/>
          </p:cNvSpPr>
          <p:nvPr>
            <p:ph sz="half" idx="1"/>
          </p:nvPr>
        </p:nvSpPr>
        <p:spPr>
          <a:xfrm>
            <a:off x="5109002" y="209420"/>
            <a:ext cx="6269591" cy="2382651"/>
          </a:xfrm>
        </p:spPr>
        <p:txBody>
          <a:bodyPr/>
          <a:lstStyle/>
          <a:p>
            <a:r>
              <a:rPr lang="en-US" dirty="0"/>
              <a:t>Our Dress to Impress app lets you upload photos of the clothes in your closet and automatically organizes them into categories like tops, bottoms, shoes, and accessories. It then suggests stylish outfit combinations so you can pick great looks faster and with less effort.</a:t>
            </a:r>
          </a:p>
          <a:p>
            <a:endParaRPr lang="en-US" dirty="0"/>
          </a:p>
        </p:txBody>
      </p:sp>
      <p:pic>
        <p:nvPicPr>
          <p:cNvPr id="15" name="Content Placeholder 14" descr="A screen shot of a computer program&#10;&#10;AI-generated content may be incorrect.">
            <a:extLst>
              <a:ext uri="{FF2B5EF4-FFF2-40B4-BE49-F238E27FC236}">
                <a16:creationId xmlns:a16="http://schemas.microsoft.com/office/drawing/2014/main" id="{733EEC6A-F96C-5326-92C3-C481F63CF1DC}"/>
              </a:ext>
            </a:extLst>
          </p:cNvPr>
          <p:cNvPicPr>
            <a:picLocks noGrp="1" noChangeAspect="1"/>
          </p:cNvPicPr>
          <p:nvPr>
            <p:ph sz="half" idx="2"/>
          </p:nvPr>
        </p:nvPicPr>
        <p:blipFill>
          <a:blip r:embed="rId3"/>
          <a:stretch>
            <a:fillRect/>
          </a:stretch>
        </p:blipFill>
        <p:spPr>
          <a:xfrm>
            <a:off x="3860252" y="2256738"/>
            <a:ext cx="4128391" cy="4249899"/>
          </a:xfrm>
        </p:spPr>
      </p:pic>
      <p:sp>
        <p:nvSpPr>
          <p:cNvPr id="13" name="TextBox 12">
            <a:extLst>
              <a:ext uri="{FF2B5EF4-FFF2-40B4-BE49-F238E27FC236}">
                <a16:creationId xmlns:a16="http://schemas.microsoft.com/office/drawing/2014/main" id="{0FF06786-0BA8-745F-9D84-54C6E3523933}"/>
              </a:ext>
            </a:extLst>
          </p:cNvPr>
          <p:cNvSpPr txBox="1"/>
          <p:nvPr/>
        </p:nvSpPr>
        <p:spPr>
          <a:xfrm>
            <a:off x="1021815" y="3767120"/>
            <a:ext cx="2529445" cy="923330"/>
          </a:xfrm>
          <a:prstGeom prst="rect">
            <a:avLst/>
          </a:prstGeom>
          <a:noFill/>
        </p:spPr>
        <p:txBody>
          <a:bodyPr wrap="square" rtlCol="0">
            <a:spAutoFit/>
          </a:bodyPr>
          <a:lstStyle/>
          <a:p>
            <a:r>
              <a:rPr lang="en-US" dirty="0">
                <a:solidFill>
                  <a:schemeClr val="bg1"/>
                </a:solidFill>
                <a:latin typeface="Calibri" panose="020F0502020204030204" pitchFamily="34" charset="0"/>
                <a:cs typeface="Calibri" panose="020F0502020204030204" pitchFamily="34" charset="0"/>
              </a:rPr>
              <a:t>Akoi Fumbah &amp; </a:t>
            </a:r>
          </a:p>
          <a:p>
            <a:r>
              <a:rPr lang="en-US" dirty="0">
                <a:solidFill>
                  <a:schemeClr val="bg1"/>
                </a:solidFill>
                <a:latin typeface="Calibri" panose="020F0502020204030204" pitchFamily="34" charset="0"/>
                <a:cs typeface="Calibri" panose="020F0502020204030204" pitchFamily="34" charset="0"/>
              </a:rPr>
              <a:t>Kourtlyn Frazier</a:t>
            </a:r>
          </a:p>
          <a:p>
            <a:endParaRPr lang="en-US" dirty="0">
              <a:solidFill>
                <a:schemeClr val="bg1"/>
              </a:solidFill>
              <a:latin typeface="Calibri" panose="020F0502020204030204" pitchFamily="34" charset="0"/>
              <a:cs typeface="Calibri" panose="020F0502020204030204" pitchFamily="34" charset="0"/>
            </a:endParaRPr>
          </a:p>
        </p:txBody>
      </p:sp>
      <p:pic>
        <p:nvPicPr>
          <p:cNvPr id="17" name="Picture 16" descr="A screenshot of a computer program&#10;&#10;AI-generated content may be incorrect.">
            <a:extLst>
              <a:ext uri="{FF2B5EF4-FFF2-40B4-BE49-F238E27FC236}">
                <a16:creationId xmlns:a16="http://schemas.microsoft.com/office/drawing/2014/main" id="{0F4823EA-F01C-1FEE-7A8B-795934D9F868}"/>
              </a:ext>
            </a:extLst>
          </p:cNvPr>
          <p:cNvPicPr>
            <a:picLocks noChangeAspect="1"/>
          </p:cNvPicPr>
          <p:nvPr/>
        </p:nvPicPr>
        <p:blipFill>
          <a:blip r:embed="rId4"/>
          <a:stretch>
            <a:fillRect/>
          </a:stretch>
        </p:blipFill>
        <p:spPr>
          <a:xfrm>
            <a:off x="8029668" y="2925621"/>
            <a:ext cx="4160655" cy="2928914"/>
          </a:xfrm>
          <a:prstGeom prst="rect">
            <a:avLst/>
          </a:prstGeom>
        </p:spPr>
      </p:pic>
    </p:spTree>
    <p:extLst>
      <p:ext uri="{BB962C8B-B14F-4D97-AF65-F5344CB8AC3E}">
        <p14:creationId xmlns:p14="http://schemas.microsoft.com/office/powerpoint/2010/main" val="987491169"/>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docProps/app.xml><?xml version="1.0" encoding="utf-8"?>
<Properties xmlns="http://schemas.openxmlformats.org/officeDocument/2006/extended-properties" xmlns:vt="http://schemas.openxmlformats.org/officeDocument/2006/docPropsVTypes">
  <Template>Atlas</Template>
  <TotalTime>113</TotalTime>
  <Words>58</Words>
  <Application>Microsoft Macintosh PowerPoint</Application>
  <PresentationFormat>Widescreen</PresentationFormat>
  <Paragraphs>4</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Rockwell</vt:lpstr>
      <vt:lpstr>Wingdings</vt:lpstr>
      <vt:lpstr>Atlas</vt:lpstr>
      <vt:lpstr>DRESS TO  IMPRESS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Akoi Fumbah</dc:creator>
  <cp:lastModifiedBy>Akoi Fumbah</cp:lastModifiedBy>
  <cp:revision>2</cp:revision>
  <dcterms:created xsi:type="dcterms:W3CDTF">2025-12-02T02:15:19Z</dcterms:created>
  <dcterms:modified xsi:type="dcterms:W3CDTF">2025-12-02T04:09:13Z</dcterms:modified>
</cp:coreProperties>
</file>